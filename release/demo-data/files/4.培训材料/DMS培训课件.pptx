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355083-7EEC-4CFE-BA7D-AD8B2B62CF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05CDA3-0059-4E2C-ABD6-2BA5706A44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r">
              <a:buNone/>
            </a:pPr>
            <a:fld id="{16FB2C17-11E1-4BBD-9043-F8F1D4B86E1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DejaVu 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576000" y="432000"/>
            <a:ext cx="9360000" cy="9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DMS </a:t>
            </a:r>
            <a:r>
              <a:rPr b="1" lang="zh-CN" sz="2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文档管理系统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576000" y="1512000"/>
            <a:ext cx="9360000" cy="39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部署与使用培训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仪控部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· 2026 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年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9 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月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576000" y="432000"/>
            <a:ext cx="9360000" cy="9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1" lang="zh-CN" sz="2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为什么要上系统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76000" y="1512000"/>
            <a:ext cx="9360000" cy="39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共享文件夹：权限只到文件夹、下载管不住、操作无痕迹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DMS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：四档权限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+ 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下载独立开关，操作全程审计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576000" y="432000"/>
            <a:ext cx="9360000" cy="9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1" lang="zh-CN" sz="2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四档权限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76000" y="1512000"/>
            <a:ext cx="9360000" cy="39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只读：查看、在线预览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读写：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+ 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上传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/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改名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/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删除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/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移动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完全控制：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+ 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下载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+ 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给他人授权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禁止访问：完全不可见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576000" y="432000"/>
            <a:ext cx="9360000" cy="9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1" lang="zh-CN" sz="2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日常操作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6000" y="1512000"/>
            <a:ext cx="9360000" cy="39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上传：拖拽或点「上传」，大文件支持断点续传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预览：双击打开；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Office/PDF 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在线看，图片视频原生播放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下载：单文件下载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/ 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目录打包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zip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（大目录自动转后台任务）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576000" y="432000"/>
            <a:ext cx="9360000" cy="9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1" lang="zh-CN" sz="2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权限申请流程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76000" y="1512000"/>
            <a:ext cx="9360000" cy="39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填写《权限申请单》→ 部门负责人签字 → 部门文控在系统内授权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目录管理员只能在自己被授「完全控制」的目录上授权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576000" y="432000"/>
            <a:ext cx="9360000" cy="9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1" lang="zh-CN" sz="2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注意事项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76000" y="1512000"/>
            <a:ext cx="9360000" cy="39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首次登录立即改口令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命名规范：位号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/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设备名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+ 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类型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+ 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版本日期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系统记录上传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/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下载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/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删除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/</a:t>
            </a:r>
            <a:r>
              <a:rPr b="0" lang="zh-CN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授权，请规范使用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